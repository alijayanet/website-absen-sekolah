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SISTEM MANAJEMEN SEKOLAH MODERN</a:t>
            </a:r>
          </a:p>
          <a:p>
            <a:pPr>
              <a:spcBef>
                <a:spcPts val="1200"/>
              </a:spcBef>
              <a:defRPr sz="1800">
                <a:solidFill>
                  <a:srgbClr val="10B981"/>
                </a:solidFill>
              </a:defRPr>
            </a:pPr>
            <a:r>
              <a:t>Presensi Digital IoT • Administrasi Keuangan SPP &amp; QRIS Dinamis • Tabungan Siswa • WhatsApp Gateway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Panduan Presentasi Lengkap Fitur, Arsitektur, dan Cara Penggunaan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📡 IoT &amp; Kiosk Presensi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RFID &amp; Dual Camera QR Scanner dengan suara &amp; notifikasi 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754880"/>
            <a:ext cx="3383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4937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💳 QRIS Dinamis &amp; SPP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EMVCo TLV + Kode Unik, Webhook Bank Otomatis &amp; Kuitansi Cetak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3832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937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🪙 Tabungan Digital &amp; WA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Buku Tabungan Per Kelas dikelola Guru &amp; Bot Interaktif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&amp; Nilai Unggulan Sistem Sekolah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Solusi terpadu modern tanpa setup database yang rumit, dirancang untuk efisiensi instansi pendidikan.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🚀 Performa &amp; Zero Setup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Menggunakan Node.js Express + SQLite WAL Mode (Write-Ahead Logging) super cepat.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Tanpa instalasi server database berat (MySQL/Postgres) - cukup 1 file database portable.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Dapat berjalan lancar di PC Standalone, LAN Sekolah, maupun VPS Cloud.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Dukungan PM2 Daemon Service: aplikasi tetap bekerja meski terminal console ditutup.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📲 Ekosistem Komunikasi 2-Arah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WhatsApp Gateway terintegrasi penuh menggunakan library resmi Baileys v6.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Mekanisme Onboarding 2-Arah (Simpan Kontak &amp; Balas 'YA') anti-banned nomor bot.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Message Queue Worker cerdas dengan jeda anti-spam (1.5 - 3 detik per pesan).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Bot AI Interaktif melayani pertanyaan presensi, SPP, mutasi tabungan, &amp; jadwal 24/7.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⚖️ Tata Kelola Berintegritas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Pemisahan peran ketat (RBAC): Administrator, Guru/Wali Kelas, dan Petugas TU.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Keuangan SPP transparan dengan QRIS Dinamis &amp; rekonsiliasi otomatis 0 detik.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Tabungan Siswa dikelola langsung Guru Rombel: aman, transparan, &amp; tanpa manipulasi.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Orang tua murid mendapatkan notifikasi instan untuk presensi, pembayaran, &amp; tabungan.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PRESENSI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Layar Kiosk Gerbang Sekolah &amp; Dual Scanner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Mendukung alur masuk cepat pagi hari tanpa antrean panjang di gerbang sekolah.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🛠️ Fitur Kiosk Gerbang (/kiosk)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Single Tap In: Siswa cukup tap 1x tanpa repot memilih masuk/pulang.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Dual Scanner Hardware: RFID USB Keyboard Wedge &amp; QR Camera Webcam/HP.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Mobile-Friendly Kiosk: Balik kamera depan/belakang, pilih lensa, &amp; tombol ambil foto native HP (capture environment 100% kompatibel).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Audio FX Synthesizer: Nada chime merdu saat hadir tepat waktu, warning saat telat, dan buzz jika kartu tidak terdaftar.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Popup Real-Time: Foto siswa, nama, kelas, jam tap, dan badge status tampil 3.5 detik.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Anti-Double Scan: Mencegah kecurangan atau tap ganda di hari yang sama.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📋 Cara Penggunaan Kiosk Gerbang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1. Buka URL http://localhost:3000/kiosk pada monitor/tablet gerbang.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2. Hubungkan Barcode Scanner atau RFID Reader ke port USB komputer.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3. Jika menggunakan smartphone, akses IP LAN komputer atau tunnel HTTPS.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4. Siswa mendekatkan kartu pelajar CR80 ke scanner atau kamera.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5. Sistem otomatis memvalidasi kartu, membunyikan audio, dan menampilkan profil siswa.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6. Pada detik yang sama, notifikasi otomatis terkirim ke WhatsApp Wali Murid.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7. Jam masuk &amp; toleransi terlambat dapat diatur fleksibel di CMS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PORTAL PUBLIK &amp;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Website Profil Sekolah &amp; Cek Kehadiran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Halaman publik modern dan transparan untuk branding institusi dan layanan wali murid.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🌐 Website Profil Sekolah (/)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Hero Banner Interaktif: Galeri foto sekolah dengan efek transparan profesional.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Sambutan Kepala Sekolah lengkap dengan foto resmi dan visi-misi.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Fasilitas &amp; Program Unggulan: Lab Komputer, Perpustakaan, Ekstrakurikuler Robotika.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Agenda Kegiatan &amp; Pengumuman Sekolah dinamis yang mudah diperbarui via CMS.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Galeri Foto Kegiatan &amp; Prestasi Siswa interaktif.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Kontak Lengkap: Alamat, Akreditasi, WhatsApp, Email, dan Telepon resmi sekolah.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🔍 Fitur Cek Kehadiran Mandiri (#cek-kehadiran)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Pencarian Mudah: Wali murid cukup memasukkan NIS atau NISN ananda.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Kartu Profil Siswa Lengkap: Menampilkan foto, nama, NIS, kelas, dan kontak wali kelas.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✨ Saldo Tabungan Siswa: Nominal saldo tabungan terkini langsung terlihat di kartu siswa bersama nama Wali Kelas penanggung jawab!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Statistik Kehadiran Bulanan: Jumlah Hadir, Terlambat, Izin, Sakit, Alpa, dan Persentase.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Kalender Presensi Interaktif: Riwayat kehadiran siswa hari demi hari.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Tombol Izin/Sakit Mandiri: Akses instan untuk mengajukan surat permohonan online.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LAYANAN DIGITAL ORANG TUA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Pengajuan Izin &amp; Sakit Mandiri Berbasis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Memudahkan orang tua mengajukan permohonan tanpa surat fisik yang mudah tercecer.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📝 Fitur &amp; Mekanisme Pengajuan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Formulir Mandiri: Dapat diakses dari beranda sekolah tanpa perlu login akun.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Pilihan Kategori: Izin keperluan keluarga atau Sakit.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Rentang Tanggal Fleksibel: Pengajuan bisa 1 hari maupun beberapa hari.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Upload Bukti Dokter / Surat: Mendukung upload foto surat dokter (JPG/PNG).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🔒 Verifikasi Keamanan 4 Digit WhatsApp: Sistem memvalidasi 4 digit terakhir nomor telepon orang tua yang terdaftar untuk mencegah manipulasi orang luar.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Notifikasi Persetujuan Otomatis: Wali murid menerima notifikasi WhatsApp saat izin disetujui atau ditolak oleh Wali Kelas.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7C3AED"/>
                </a:solidFill>
              </a:defRPr>
            </a:pPr>
            <a:r>
              <a:t>🔄 Alur Kerja Persetujuan (Workflow)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1. Orang tua buka website sekolah -&gt; Cek Kehadiran -&gt; Masukkan NIS/NISN.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2. Klik tombol [+ Ajukan Surat Izin / Sakit].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3. Isi alasan, tanggal, unggah foto bukti, dan masukkan 4 digit nomor WA.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4. Data permohonan masuk ke Dashboard Wali Kelas &amp; Guru bersangkutan.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5. Guru memeriksa dokumen bukti surat dan klik [Setujui] atau [Tolak].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6. Status presensi siswa pada rentang tanggal otomatis tercatat 'IZIN' / 'SAKIT'.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7. Pesan konfirmasi otomatis dikirimkan ke WhatsApp Wali Murid.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ADMINISTRASI FINANSIAL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Manajemen Tagihan SPP &amp; Kasir Pembayaran Tunai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Sistem penagihan multi-kategori fleksibel dengan audit trail pembayaran lengkap.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💰 Kelola Kategori Biaya &amp; Tagihan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CRUD Kategori Biaya Lengkap: Buat kategori SPP, Uang Gedung, Seragam, Ujian, dll.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Tipe Periode Tagihan: Bulanan, Mingguan, Sekali Bayar (Insidental), atau Kustom.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Terbitkan Tagihan Massal: Terbitkan tagihan SPP bulanan ke seluruh siswa sekolah atau per rombel kelas dalam 1 klik.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Tagihan Khusus Satuan: Terbitkan tagihan perseorangan dengan nominal bebas.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Filter Fleksibel: Filter berdasarkan status (UNPAID, PAID, CANCELLED), kelas, kategori biaya, dan periode bulan.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Batal &amp; Edit Tagihan: Membatalkan atau merevisi tagihan yang belum dibayar.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</a:defRPr>
            </a:pPr>
            <a:r>
              <a:t>🧾 Pembayaran Kasir TU &amp; Cetak Kuitansi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Bayar Tunai di Kasir TU: Petugas TU dapat mencatat pembayaran tunai langsung di modal kasir cepat.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Cetak Kuitansi Resmi (/dashboard/finance/receipts/:no/print): Layout kuitansi siap cetak dengan kop sekolah, watermark LUNAS, rincian biaya, kode unik, dan tanda tangan kasir.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Notifikasi Kuitansi Otomatis: Setiap pembayaran tunai yang dicatat TU otomatis mengirimkan notifikasi kuitansi pelunasan ke WhatsApp orang tua.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Audit Trail Lengkap: Setiap transaksi tercatat nomor kuitansi, petugas kasir, saluran pembayaran, tanggal, dan catatan referensi.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INOVASI PEMBAYARAN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QRIS Statis-ke-Dinamis EMVCo &amp; Webhook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Orang tua membayar dengan nominal tepat, sistem memverifikasi dan melunasi invoice dalam 0 detik.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⚡ Algoritma QRIS Dinamis EMVCo TLV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Adaptasi Standar EMVCo TLV (Tag-Length-Value) Merchant Presented Mode.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Mengubah Tag 01 dari '11' (Statis) menjadi '12' (Dinamis).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Menyisipkan Tag 54 (Transaction Amount) dengan nominal tagihan tepat.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Menghitung ulang Checksum CRC16 CCITT False (0x1021, init 0xFFFF).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Menghasilkan Barcode QRIS dalam format Data URL web &amp; PNG Buffer kirim WhatsApp.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Fitur Auto-Decode QRIS: Upload foto QRIS sekolah, sistem otomatis mengekstrak string EMVCo dan nama merchant via jsQR tanpa input manual!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🔄 Kode Unik &amp; Webhook Notifikasi Bank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Algoritma Kode Unik Anti-Bentrok: Sistem menambahkan 3 digit unik (100-998) yang dijamin berbeda antar tagihan UNPAID.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Integrasi MacroDroid / SMS Forwarder: HP sekolah menerima notifikasi push m-Banking/E-Wallet dan meneruskannya ke Webhook API.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Regex Parsing Cerdas: Mengekstrak nominal transfer otomatis dari teks SMS/push notifikasi bank (BCA, BRI, Mandiri, Dana, dll).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Verifikasi 0 Detik: Tagihan otomatis berstatus PAID, kuitansi resmi dibuat, dan notifikasi konfirmasi terkirim ke WA wali murid.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Dilindungi Secret Key API untuk mencegah manipulasi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EDUKASI FINANSIAL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 Buku Tabungan Siswa Dikelola Guru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Mendidik budaya gemar menabung secara digital, transparan, dan dapat dipantau orang tua.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🪙 Wewenang &amp; Tata Kelola Guru Rombel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Wewenang Eksklusif Guru: Pengelolaan setoran dan penarikan tabungan adalah wewenang penuh Guru / Wali Kelas masing-masing.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Proteksi Admin: Admin hanya melihat rekapitulasi dana di tiap guru/rombel. Tombol Setor &amp; Tarik dihilangkan untuk Admin guna mencegah salah kelola.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Setor &amp; Tarik via Dashboard Web: Guru mencatat mutasi dengan nominal instan atau kustom di menu Tabungan Siswa.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Ikon Koin Emas (coins) yang elegan dan bernilai islami/edukatif menggantikan celengan lama.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Audit Mutasi Transaksi: Mencatat tanggal, jenis transaksi, nominal, sisa saldo, dan catatan keperluan.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📲 Pencatatan Cepat via WhatsApp Bot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Tambah Tabungan via WA: Cukup ketik:</a:t>
            </a:r>
            <a:br/>
            <a:r>
              <a:t>👉 SETOR &lt;NAMA/NIS&gt; &lt;JUMLAH&gt; [CATATAN]</a:t>
            </a:r>
            <a:br/>
            <a:r>
              <a:t>Contoh: SETOR Ahmad 20rb Uang kas jumat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Catat Penarikan via WA: Cukup ketik:</a:t>
            </a:r>
            <a:br/>
            <a:r>
              <a:t>👉 TARIK &lt;NAMA/NIS&gt; &lt;JUMLAH&gt; [CATATAN]</a:t>
            </a:r>
            <a:br/>
            <a:r>
              <a:t>Contoh: TARIK Ahmad 10000 Buku gambar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Notifikasi Otomatis ke WhatsApp Orang Tua: Setiap setoran dicatat, orang tua menerima rincian saldo baru &amp; nama guru penanggung jawab!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Validasi Saldo: Sistem menolak penarikan jika saldo tabungan siswa tidak mencukupi.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WHATSAPP GATEWAY INTERAKTIF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Panduan Perintah Bot untuk Orang Tua Murid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Layanan mandiri 24 jam di aplikasi WhatsApp tanpa perlu menginstal aplikasi tambahan.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👨‍👩‍👧 Perintah Presensi &amp; Tagihan SPP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CEK / PRESENSI:</a:t>
            </a:r>
            <a:br/>
            <a:r>
              <a:t>Cek rekap kehadiran ananda hari ini, persentase bulanan, dan 5 riwayat kehadiran terakhir. (Multi-anak otomatis didukung: CEK 1 / CEK 2).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SPP / TAGIHAN:</a:t>
            </a:r>
            <a:br/>
            <a:r>
              <a:t>Menampilkan daftar tagihan biaya sekolah belum lunas, total kewajiban, jatuh tempo, serta riwayat tagihan lunas.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BAYAR &lt;ID&gt;:</a:t>
            </a:r>
            <a:br/>
            <a:r>
              <a:t>Bot langsung mengirimkan GAMBAR BARCODE QRIS DINAMIS ber-nominal tepat ke chat WA! Orang tua cukup scan barcode untuk bayar via m-Banking atau E-Wallet apa saja.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📖 Perintah Tabungan &amp; Informasi Sekolah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TABUNGAN:</a:t>
            </a:r>
            <a:br/>
            <a:r>
              <a:t>Cek buku tabungan digital ananda (Total saldo saat ini, statistik setoran/penarikan, 5 mutasi terakhir, dan nama serta kontak WA Wali Kelas penanggung jawab).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JADWAL:</a:t>
            </a:r>
            <a:br/>
            <a:r>
              <a:t>Info jam masuk, toleransi gerbang, hari aktif, &amp; tata tertib.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WALI:</a:t>
            </a:r>
            <a:br/>
            <a:r>
              <a:t>Menampilkan nama &amp; kontak WA Wali Kelas (link wa.me).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IZIN:</a:t>
            </a:r>
            <a:br/>
            <a:r>
              <a:t>Panduan pengajuan izin sakit online via website sekolah.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INFO:</a:t>
            </a:r>
            <a:br/>
            <a:r>
              <a:t>Profil sekolah, akreditasi, alamat, email, &amp; telepon.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MENU:</a:t>
            </a:r>
            <a:br/>
            <a:r>
              <a:t>Menampilkan daftar seluruh perintah bantuan.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WHATSAPP GATEWAY INTERAKTIF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Panduan Perintah Bot Khusus Guru &amp; Wali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Asisten cerdas bagi Wali Kelas untuk mengelola kelas dan keuangan siswa langsung dari WhatsApp.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🪙 Perintah Tabungan Siswa via WA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TABUNGAN / TOTAL TABUNGAN:</a:t>
            </a:r>
            <a:br/>
            <a:r>
              <a:t>Rekapitulasi total dana tabungan yang dipegang guru, persentase penabung aktif, total setoran/penarikan, dan daftar saldo seluruh siswa di rombel kelasnya.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TABUNGAN &lt;NAMA/NIS&gt; (Contoh: TABUNGAN Ahmad):</a:t>
            </a:r>
            <a:br/>
            <a:r>
              <a:t>Cek buku tabungan digital siswa tertentu. Bot cerdas mencari nama murid di rombel guru bersangkutan!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SETOR &lt;NAMA/NIS&gt; &lt;JUMLAH&gt; (Contoh: SETOR Ahmad 20rb):</a:t>
            </a:r>
            <a:br/>
            <a:r>
              <a:t>Tambah saldo tabungan siswa langsung dari WA. Notifikasi otomatis diteruskan ke nomor orang tua.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TARIK &lt;NAMA/NIS&gt; &lt;JUMLAH&gt; (Contoh: TARIK 1001 10rb):</a:t>
            </a:r>
            <a:br/>
            <a:r>
              <a:t>Catat penarikan tabungan siswa dengan validasi sisa saldo.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📋 Perintah Presensi &amp; Manajemen Kelas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REKAP / URUTAN:</a:t>
            </a:r>
            <a:br/>
            <a:r>
              <a:t>Membuat dan menampilkan rekap urutan kehadiran kronologis siswa di kelas binaan pada hari ini secara instan.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BELUM / ALPA:</a:t>
            </a:r>
            <a:br/>
            <a:r>
              <a:t>Menampilkan daftar seluruh siswa kelas binaan yang belum melakukan tap presensi hari ini beserta kontak WA orang tuanya.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Proteksi Otorisasi:</a:t>
            </a:r>
            <a:br/>
            <a:r>
              <a:t>Perintah khusus guru dilindungi validasi nomor telepon di database. Pengguna selain guru tidak dapat menjalankan perintah ini.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• Notifikasi Guru Otomatis:</a:t>
            </a:r>
            <a:br/>
            <a:r>
              <a:t>Guru menerima notifikasi saat ada siswa kelasnya yang mengajukan surat izin sakit online.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KEAMANAN &amp; WEWENANG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Matriks Hak Akses Pengguna (Role-Based Access Control)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Menjaga integritas data sekolah dengan membatasi wewenang sesuai tugas pokok masing-masing.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57400"/>
                <a:gridCol w="2057400"/>
                <a:gridCol w="2057400"/>
                <a:gridCol w="2057400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 / Fitur Sistem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Guru / Wali Kelas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Petugas Kasir TU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Orang Tua Murid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Presensi &amp; Kiosk Gerbang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Full Akses &amp; Setting Jam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Monitor Rombel &amp; Rekap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Lihat Layar Kiosk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Cek Kehadiran Mandiri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Pengajuan Izin &amp; Sakit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Full Akses Rekap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Verifikasi &amp; Approve Rombel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Lihat Rekap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Mengajukan Surat Mandiri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Keuangan SPP &amp; Kuitansi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Kelola Tagihan &amp; QRIS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Lihat Status Siswa Rombel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Catat Kasir &amp; Cetak Kuitansi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Cek Tagihan &amp; Bayar QRIS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Tabungan Siswa Digital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Lihat Grand Total Sekolah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Pegang Kas Rombel, Setor &amp; Tarik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Tidak Memiliki Akses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Cek Saldo &amp; Mutasi Anak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STANDAR OPERASIONAL PROSEDUR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Alur Operasional Harian Sekolah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Panduan langkah praktis pemanfaatan sistem dari pagi hari hingga jam pulang sekolah.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🌅 1. Sesi Pagi (06:30 - 07:30)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Petugas menyalakan Kiosk Gerbang (/kiosk).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Siswa tap kartu RFID / QR Code.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Audio menyambut kehadiran siswa.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WhatsApp otomatis mengabari orang tua jam tiba ananda.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cek siswa belum hadir via WA (ketik: BELUM).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☀️ 2. Sesi Siang (08:00 - 12:00)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Wali Kelas verifikasi permohonan izin/sakit yang masuk via web.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Siswa menabung ke Guru Kelas saat istirahat.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catat tabungan via web atau WA (SETOR Ahmad 10rb).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Orang tua terima notifikasi tabungan baru.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Kasir TU melayani pembayaran SPP tunai atau pantau QRIS.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574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🌇 3. Sesi Sore (13:00 - 16:00)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cek rekap kehadiran kelas (ketik: REKAP).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Guru cek total dana tabungan dipegangnya (ketik: TOTAL TABUNGAN).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Admin cetak rekapitulasi presensi &amp; kuitansi keuangan bulanan.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Orang tua mengecek status pembayaran SPP (ketik: SPP).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KESIMPULAN &amp; KONTAK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Transformasi Digital Sekolah yang Nyata &amp; Efisien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Kemudahan implementasi, keandalan teknologi, dan keterbukaan komunikasi sekolah.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✨ Mengapa Memilih Sistem Ini?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Teruji &amp; All-in-One: Mengintegrasikan Presensi, Keuangan QRIS, Tabungan Siswa, dan WhatsApp Bot dalam 1 ekosistem terpadu.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Biaya Operasional Rendah: Menggunakan SQLite WAL murni tanpa biaya lisensi database komersial.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Kecepatan &amp; Responsivitas Tinggi: Respons pesan bot hitungan detik dengan antrean anti-banned.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Kemitraan Erat Sekolah &amp; Wali Murid: Orang tua selalu terinformasi secara real-time mengenai kehadiran, SPP, dan tabungan ananda.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Desain Elegan &amp; Siap Pakai: Kartu CR80, kuitansi resmi, dan landing page modern siap digunakan.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👨‍💻 Pengembang &amp; Layanan Dukungan</a:t>
            </a:r>
          </a:p>
          <a:p>
            <a:pPr>
              <a:spcAft>
                <a:spcPts val="600"/>
              </a:spcAft>
              <a:defRPr sz="1100">
                <a:solidFill>
                  <a:srgbClr val="10B981"/>
                </a:solidFill>
              </a:defRPr>
            </a:pPr>
            <a:r>
              <a:t>Institusi / Pengembang: ALIJAYA-NET</a:t>
            </a:r>
          </a:p>
          <a:p>
            <a:pPr>
              <a:spcAft>
                <a:spcPts val="600"/>
              </a:spcAft>
              <a:defRPr sz="1100">
                <a:solidFill>
                  <a:srgbClr val="10B981"/>
                </a:solidFill>
              </a:defRPr>
            </a:pPr>
            <a:r>
              <a:t>WhatsApp Dukungan: +62 819-4721-5703 (081947215703)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Layanan Bantuan: • Konsultasi &amp; Instalasi Server Sekolah (LAN / Cloud VPS)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 • Pengadaan Mesin RFID USB &amp; Kartu CR80 PVC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 • Kustomisasi Format Laporan Dinas &amp; Webhook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Repository Resmi: alijayanet/website-absen-sekolah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Lisensi Perangkat Lunak: MIT License (Bebas Digunakan &amp; Dikembangkan)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